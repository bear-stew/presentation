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070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99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022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326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863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625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682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748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281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977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1470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7096C73-BD21-AE44-AB2F-8E7542920246}" type="datetimeFigureOut">
              <a:rPr kumimoji="1" lang="ko-KR" altLang="en-US" smtClean="0"/>
              <a:t>2024-08-08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B37E59D-4950-5944-9C73-41263BD63BA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4481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BDF59-5B46-8532-FDCD-DB42D72EA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6600"/>
            <a:ext cx="9144000" cy="2387600"/>
          </a:xfrm>
        </p:spPr>
        <p:txBody>
          <a:bodyPr>
            <a:normAutofit/>
          </a:bodyPr>
          <a:lstStyle/>
          <a:p>
            <a:r>
              <a:rPr lang="en" altLang="ko-KR" sz="4000" dirty="0" err="1">
                <a:effectLst/>
                <a:latin typeface="NimbusRomNo9L"/>
              </a:rPr>
              <a:t>ReLU</a:t>
            </a:r>
            <a:r>
              <a:rPr lang="en" altLang="ko-KR" sz="4000" dirty="0">
                <a:effectLst/>
                <a:latin typeface="NimbusRomNo9L"/>
              </a:rPr>
              <a:t> Strikes Back:</a:t>
            </a:r>
            <a:br>
              <a:rPr lang="en" altLang="ko-KR" sz="4000" dirty="0">
                <a:effectLst/>
                <a:latin typeface="NimbusRomNo9L"/>
              </a:rPr>
            </a:br>
            <a:r>
              <a:rPr lang="en" altLang="ko-KR" sz="4000" dirty="0">
                <a:effectLst/>
                <a:latin typeface="NimbusRomNo9L"/>
              </a:rPr>
              <a:t>Exploiting Activation Sparsity in Large Language Models </a:t>
            </a:r>
            <a:endParaRPr kumimoji="1" lang="ko-KR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852CC-6B98-92A4-451A-B7541CA6B4B0}"/>
              </a:ext>
            </a:extLst>
          </p:cNvPr>
          <p:cNvSpPr txBox="1"/>
          <p:nvPr/>
        </p:nvSpPr>
        <p:spPr>
          <a:xfrm>
            <a:off x="4781492" y="4931229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b="0" i="0" dirty="0">
                <a:effectLst/>
                <a:highlight>
                  <a:srgbClr val="000000"/>
                </a:highlight>
                <a:latin typeface="Malgun Gothic" panose="020B0503020000020004" pitchFamily="34" charset="-127"/>
                <a:ea typeface="Malgun Gothic" panose="020B0503020000020004" pitchFamily="34" charset="-127"/>
              </a:rPr>
              <a:t>ICLR 202</a:t>
            </a:r>
            <a:r>
              <a:rPr lang="en-US" altLang="ko-KR" b="0" i="0" dirty="0">
                <a:effectLst/>
                <a:highlight>
                  <a:srgbClr val="000000"/>
                </a:highlight>
                <a:latin typeface="Malgun Gothic" panose="020B0503020000020004" pitchFamily="34" charset="-127"/>
                <a:ea typeface="Malgun Gothic" panose="020B0503020000020004" pitchFamily="34" charset="-127"/>
              </a:rPr>
              <a:t>4</a:t>
            </a:r>
            <a:r>
              <a:rPr lang="ko-KR" altLang="en-US" b="0" i="0" dirty="0">
                <a:effectLst/>
                <a:highlight>
                  <a:srgbClr val="000000"/>
                </a:highlight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" altLang="ko-KR" b="0" i="0" dirty="0">
                <a:effectLst/>
                <a:highlight>
                  <a:srgbClr val="000000"/>
                </a:highlight>
                <a:latin typeface="Malgun Gothic" panose="020B0503020000020004" pitchFamily="34" charset="-127"/>
                <a:ea typeface="Malgun Gothic" panose="020B0503020000020004" pitchFamily="34" charset="-127"/>
              </a:rPr>
              <a:t>oral accept</a:t>
            </a:r>
            <a:endParaRPr kumimoji="1" lang="ko-KR" altLang="en-US" dirty="0"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5238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DFA82-3240-C936-24DD-2B187C102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ko-KR" sz="1800" b="0" dirty="0">
                <a:effectLst/>
                <a:latin typeface="NimbusRomNo9L"/>
              </a:rPr>
              <a:t>Introduction </a:t>
            </a:r>
            <a:endParaRPr lang="en" altLang="ko-KR" sz="1200" dirty="0"/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Does the Activation Function Impact Performance?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 err="1"/>
              <a:t>Relufication</a:t>
            </a:r>
            <a:endParaRPr kumimoji="1" lang="en-US" altLang="ko-KR" sz="1800" dirty="0"/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Applications</a:t>
            </a:r>
          </a:p>
          <a:p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8912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7" name="그림 6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E92D4EA2-4F85-A5D3-F96D-8AD14450D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759514"/>
            <a:ext cx="7772400" cy="23002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39D1DC-A465-69C2-C392-C29151F4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678" y="4717261"/>
            <a:ext cx="4176122" cy="17756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01369D-A4D4-ED2F-D422-B2BA9D4FA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590243"/>
            <a:ext cx="2252597" cy="190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Does the Activation Function Impact Performance?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582F78-A7EF-D0DD-F634-F78D796BB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309" y="1924373"/>
            <a:ext cx="6820491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09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Relufication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D59A6B-6141-BAD7-1681-6A44F0489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73" y="1886760"/>
            <a:ext cx="7770028" cy="390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8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Relufication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C8DD0E-ED4A-1391-5BB6-8EA895E9A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800" y="1602466"/>
            <a:ext cx="9000000" cy="441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8201-AA5A-FE82-5BB5-6D23264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D2D3F6-A207-8DCB-1196-D19F6268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379" y="1503876"/>
            <a:ext cx="9152869" cy="202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059B6C-BBF2-AA59-BC8F-BE5A5CA5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95" y="3841311"/>
            <a:ext cx="6969853" cy="279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A9E030-4C69-EBCF-46A9-202452D26799}"/>
              </a:ext>
            </a:extLst>
          </p:cNvPr>
          <p:cNvSpPr txBox="1"/>
          <p:nvPr/>
        </p:nvSpPr>
        <p:spPr>
          <a:xfrm>
            <a:off x="5657418" y="2967335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135784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2303</TotalTime>
  <Words>40</Words>
  <Application>Microsoft Office PowerPoint</Application>
  <PresentationFormat>와이드스크린</PresentationFormat>
  <Paragraphs>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NimbusRomNo9L</vt:lpstr>
      <vt:lpstr>Malgun Gothic</vt:lpstr>
      <vt:lpstr>Aptos</vt:lpstr>
      <vt:lpstr>Aptos Display</vt:lpstr>
      <vt:lpstr>Arial</vt:lpstr>
      <vt:lpstr>Office 테마</vt:lpstr>
      <vt:lpstr>ReLU Strikes Back: Exploiting Activation Sparsity in Large Language Models </vt:lpstr>
      <vt:lpstr>목차</vt:lpstr>
      <vt:lpstr>Introduction</vt:lpstr>
      <vt:lpstr>Does the Activation Function Impact Performance?</vt:lpstr>
      <vt:lpstr>Relufication</vt:lpstr>
      <vt:lpstr>Relufication</vt:lpstr>
      <vt:lpstr>Applications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최갑주</dc:creator>
  <cp:lastModifiedBy>갑주 최</cp:lastModifiedBy>
  <cp:revision>4</cp:revision>
  <dcterms:created xsi:type="dcterms:W3CDTF">2024-08-05T12:35:18Z</dcterms:created>
  <dcterms:modified xsi:type="dcterms:W3CDTF">2024-08-08T09:06:56Z</dcterms:modified>
</cp:coreProperties>
</file>